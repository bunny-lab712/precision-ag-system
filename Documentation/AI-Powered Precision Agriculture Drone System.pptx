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Inter SemiBold" panose="020B0604020202020204" charset="0"/>
      <p:regular r:id="rId19"/>
      <p:bold r:id="rId20"/>
      <p:italic r:id="rId21"/>
      <p:boldItalic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2468EE-4FED-4061-BBE6-16B7F15BD4A1}">
  <a:tblStyle styleId="{3C2468EE-4FED-4061-BBE6-16B7F15BD4A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12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38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9334500" y="-952500"/>
            <a:ext cx="3810000" cy="38100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-2322825" y="2857500"/>
            <a:ext cx="4923000" cy="4889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1340197"/>
            <a:ext cx="116014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b="1" dirty="0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HOLY MARY INSTITUTE OF TECHNOLOGY AND SCIENCE</a:t>
            </a:r>
            <a:endParaRPr lang="en-US"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1711672"/>
            <a:ext cx="9039225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0000"/>
              </a:lnSpc>
            </a:pPr>
            <a:r>
              <a:rPr lang="en-US" sz="3200" dirty="0"/>
              <a:t>AI Powered Precision Agriculture Drone System</a:t>
            </a:r>
          </a:p>
          <a:p>
            <a:pPr lvl="0" algn="ctr">
              <a:lnSpc>
                <a:spcPct val="110000"/>
              </a:lnSpc>
            </a:pPr>
            <a:r>
              <a:rPr lang="en-US" sz="3200" dirty="0"/>
              <a:t> for Crop Health Monitoring and Management </a:t>
            </a:r>
            <a:endParaRPr sz="3200"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075533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Autonomous Monitoring &amp; Intelligent Crop Analysis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713688" y="3631782"/>
            <a:ext cx="8478300" cy="18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A.PAVAN CHANDHAR - 22C91A6707</a:t>
            </a: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CH.PRAVEEN KUMAR - 23C95A6704</a:t>
            </a: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CH.SRAVAN KUMAR   - 22C91A6738</a:t>
            </a: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B.SUNIL KUMAR         -  22C91A6718</a:t>
            </a: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A. MANOJ KUMAR     -  22C91A6710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00287"/>
            <a:ext cx="3492549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300287"/>
            <a:ext cx="3492549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300287"/>
            <a:ext cx="3492549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94225" y="3386137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AI-Powered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572524" y="3386137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Precision Ag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350824" y="3386137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Drone System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89100" y="26431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67400" y="26431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DECODING THE SYSTEM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866775" y="380523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Advanced machine learning algorithms to detect patterns, crop stress, and predict yield autonomously.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645074" y="380523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Targeted application of water, fertilizers, and pesticides to maximize efficiency and minimize waste.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423374" y="380523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UAVs equipped with multispectral sensors for high-resolution aerial mapping and real-time monitoring.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PROJECT ABSTRACT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19621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This system delivers a complete AI-integrated pipeline for precision agriculture, utilizing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RGB and Multispectral sensors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48291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aim is to build a scalable solution to increase global food security through technological efficiency.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52500" y="30289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Edge compute units for real-time analysis.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52500" y="347662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Detection of crop diseases and nutrient stress.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52500" y="392430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Optimization of irrigation and resource application.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52500" y="437197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Data-driven agronomic decision support.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289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766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24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7197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8591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859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6334125" y="185261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Manual Crop Monitoring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THE PROBLEM: CURRENT METHODS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6334125" y="23669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Most farmers today rely on physical field scouting—walking through rows to find pests or diseases.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715125" y="312896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Time Intensive: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Hard to cover large acreage efficiently.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715125" y="38814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Delayed Detection: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Issues often caught too late to prevent loss.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715125" y="46339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Reactive, not Proactive: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Relying on human eye and experience only.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715125" y="538638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Inefficient Spraying: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Chemicals applied to whole fields rather than specific infected spots.</a:t>
            </a:r>
            <a:endParaRPr/>
          </a:p>
        </p:txBody>
      </p:sp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1289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8814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6339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538638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00287"/>
            <a:ext cx="3492549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300287"/>
            <a:ext cx="3492549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300287"/>
            <a:ext cx="3492549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794225" y="3386137"/>
            <a:ext cx="3047099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Environmental Vulnerability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4572524" y="3386137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High Operational Costs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350824" y="3386137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Human Error</a:t>
            </a:r>
            <a:endParaRPr/>
          </a:p>
        </p:txBody>
      </p:sp>
      <p:pic>
        <p:nvPicPr>
          <p:cNvPr id="153" name="Google Shape;15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89100" y="26431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67400" y="26431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45699" y="26431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CURRENT PAIN POINTS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866775" y="408146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Manual methods are highly disrupted by weather and environment factors.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4645074" y="380523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Labor for manual monitoring and wasted resources (water/fertilizer) increase overhead.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423374" y="380523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Inconsistent data collection and misidentification of plant pathologies.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/>
        </p:nvSpPr>
        <p:spPr>
          <a:xfrm>
            <a:off x="571500" y="571500"/>
            <a:ext cx="520065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THE PROPOSED INNOVATION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19431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Our system integrates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Autonomous Flight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with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Deep Learning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 revolutionize monitoring.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952500" y="28194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Automated drone flight paths via GPS.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52500" y="326707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Real-time image processing using AI models.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52500" y="371475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Direct recommendations via a user-friendly Dashboard.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52500" y="4467225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Early-stage detection of diseases invisible to the naked eye.</a:t>
            </a:r>
            <a:endParaRPr/>
          </a:p>
        </p:txBody>
      </p:sp>
      <p:pic>
        <p:nvPicPr>
          <p:cNvPr id="171" name="Google Shape;17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194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2670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7147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46722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95450"/>
            <a:ext cx="6339780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97030" y="1695450"/>
            <a:ext cx="4423469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1990725"/>
            <a:ext cx="574923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92305" y="1990725"/>
            <a:ext cx="383291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723044" y="4600575"/>
            <a:ext cx="603669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Core Flight System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7396482" y="4600575"/>
            <a:ext cx="402456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Edge Computing</a:t>
            </a:r>
            <a:endParaRPr/>
          </a:p>
        </p:txBody>
      </p:sp>
      <p:pic>
        <p:nvPicPr>
          <p:cNvPr id="185" name="Google Shape;18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1990725"/>
            <a:ext cx="574923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92305" y="1990725"/>
            <a:ext cx="383291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HARDWARE INFRASTRUCTURE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866775" y="5019675"/>
            <a:ext cx="574923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Quadcopter with 4K RGB Camera, NDVI Sensors, and precision GPS for mapping.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492305" y="5019675"/>
            <a:ext cx="383291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Jetson Nano / Raspberry Pi for onboard AI inference and sensor fusion.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" name="Google Shape;195;p20"/>
          <p:cNvGraphicFramePr/>
          <p:nvPr/>
        </p:nvGraphicFramePr>
        <p:xfrm>
          <a:off x="571500" y="21717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{3C2468EE-4FED-4061-BBE6-16B7F15BD4A1}</a:tableStyleId>
              </a:tblPr>
              <a:tblGrid>
                <a:gridCol w="430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Tools &amp; Technologies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Languages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Python, JavaScript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Frameworks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TensorFlow, Keras, OpenCV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Cloud &amp; Storage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Firebase, AWS S3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Mapping &amp; GIS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QGIS, Flask (Web API)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Device Control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MAVLink, ArduPilot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6" name="Google Shape;196;p20"/>
          <p:cNvSpPr/>
          <p:nvPr/>
        </p:nvSpPr>
        <p:spPr>
          <a:xfrm>
            <a:off x="571500" y="3338512"/>
            <a:ext cx="43047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4876204" y="3338512"/>
            <a:ext cx="67442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571500" y="3890962"/>
            <a:ext cx="43047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4876204" y="3890962"/>
            <a:ext cx="67442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571500" y="4443412"/>
            <a:ext cx="43047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4876204" y="4443412"/>
            <a:ext cx="67442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71500" y="4995862"/>
            <a:ext cx="43047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876204" y="4995862"/>
            <a:ext cx="67442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571500" y="5548312"/>
            <a:ext cx="43047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4876204" y="5548312"/>
            <a:ext cx="67442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SOFTWARE ECOSYSTEM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52687"/>
            <a:ext cx="3492549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452687"/>
            <a:ext cx="3492549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452687"/>
            <a:ext cx="3492549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794225" y="3538537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CNN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4572524" y="3538537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YOLO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8350824" y="3538537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U-Net</a:t>
            </a:r>
            <a:endParaRPr/>
          </a:p>
        </p:txBody>
      </p:sp>
      <p:pic>
        <p:nvPicPr>
          <p:cNvPr id="218" name="Google Shape;21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60525" y="27955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67400" y="2795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74274" y="279558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AI ALGORITHMS APPLIED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866775" y="395763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Convolutional Neural Networks for classifying plant disease types from leaf images.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4645074" y="395763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You Only Look Once (v8) for real-time detection of pests and localized anomalies.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8423374" y="395763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Used for image segmentation to isolate diseased areas from healthy foliage.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09837"/>
            <a:ext cx="3492400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2509837"/>
            <a:ext cx="3492549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2509837"/>
            <a:ext cx="3492400" cy="19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952500" y="2890837"/>
            <a:ext cx="2730300" cy="8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30%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952500" y="3814762"/>
            <a:ext cx="2730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Water Savings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4730650" y="2890837"/>
            <a:ext cx="2730549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15%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4730650" y="3814762"/>
            <a:ext cx="273054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Yield Increase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8508950" y="2890837"/>
            <a:ext cx="2730400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20%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8508950" y="3814762"/>
            <a:ext cx="273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Fertilizer Reduction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EFFICIENCY &amp; IMPACT METRICS</a:t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571500" y="48053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Based on precision agriculture industry benchmarks for AI-drone integrated systems.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WHY THIS SYSTEM?</a:t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952500" y="21145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Early Detection: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Spots issues before they affect yield.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952500" y="256222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Resource Efficiency: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Precise chemical and water usage.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952500" y="33147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Labor Saving: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Reduces need for physical manual labor.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952500" y="406717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 Accuracy: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Provides objective, sensor-based analytics.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952500" y="48196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Sustainability: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Promotes eco-friendly farming practices.</a:t>
            </a:r>
            <a:endParaRPr/>
          </a:p>
        </p:txBody>
      </p:sp>
      <p:pic>
        <p:nvPicPr>
          <p:cNvPr id="255" name="Google Shape;25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114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622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147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671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1965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900487"/>
            <a:ext cx="11049000" cy="110296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295275" y="1854547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Thank You!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571500" y="2883247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Any Questions?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571500" y="41957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 POWERED PRECISION AGRICULTURE DRONE SYSTEM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571500" y="461486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Holy Mary Institute of Technology and Science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563</Words>
  <Application>Microsoft Office PowerPoint</Application>
  <PresentationFormat>Widescreen</PresentationFormat>
  <Paragraphs>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Inter SemiBold</vt:lpstr>
      <vt:lpstr>Calibri</vt:lpstr>
      <vt:lpstr>Inter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A.AKHILA</dc:creator>
  <cp:lastModifiedBy>A. Akhila</cp:lastModifiedBy>
  <cp:revision>1</cp:revision>
  <dcterms:modified xsi:type="dcterms:W3CDTF">2026-05-08T16:52:41Z</dcterms:modified>
</cp:coreProperties>
</file>